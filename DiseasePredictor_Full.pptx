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K-Nearest Neighbors</c:v>
                  </c:pt>
                  <c:pt idx="1">
                    <c:v>Naive Bayes</c:v>
                  </c:pt>
                  <c:pt idx="2">
                    <c:v>Logistic Regression</c:v>
                  </c:pt>
                  <c:pt idx="3">
                    <c:v>Random Forest</c:v>
                  </c:pt>
                  <c:pt idx="4">
                    <c:v>Gradient Boosting</c:v>
                  </c:pt>
                  <c:pt idx="5">
                    <c:v>AdaBoost</c:v>
                  </c:pt>
                  <c:pt idx="6">
                    <c:v>Decision Tree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98.21</c:v>
                </c:pt>
                <c:pt idx="1">
                  <c:v>98.05</c:v>
                </c:pt>
                <c:pt idx="2">
                  <c:v>97.56</c:v>
                </c:pt>
                <c:pt idx="3">
                  <c:v>97.56</c:v>
                </c:pt>
                <c:pt idx="4">
                  <c:v>96.42</c:v>
                </c:pt>
                <c:pt idx="5">
                  <c:v>38.86</c:v>
                </c:pt>
                <c:pt idx="6">
                  <c:v>20.49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Introduce yourself, project name and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what we'll discuss. 17 topic slides + this contents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motivation: people need an easy tool to understand symptoms without panic-Googling.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CSV files work together. dataset.csv is the main training data. Severity CSV helps show users how serious their symptoms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key Python files + a data folder + a model folder. The model folder is generated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numbered step clearly. Emphasise step 3: encoding text to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problems: identical rows and text data. Our fix: augment with variation + encode to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model has a different algorithm. Emphasise: they all vote on the final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Overfitting is key concept. Analogy: student memorizes vs understands. Our augmentation forced the model to generalise.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numbers from the project. KNN and Naive Bayes topped the chart. AdaBoost and Decision Tree underperformed on this particular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you understand the results deeply, not just reporting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page. Demo pages 1 and 2 live if possible — they're the most impressive.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is used for 3 things: health reports, live chat, and model explanations. User supplies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these lines. Emphasize: model.fit() is one line but represents all the learning. predict() is also just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only needs to be done once. After that, just run step 4 every time you want to open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library has one clear job. Scikit-learn does the ML. Streamlit does the UI. Claude does the AI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show you actually built this and solved real problems. Very impressive to a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reference for Q&amp;A. If professor asks a technical question you can point to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you've thought beyond the current version impresses professors. Demonstrates forward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strong. Summarise what was achieved.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828800"/>
            <a:ext cx="5486400" cy="5486400"/>
          </a:xfrm>
          <a:prstGeom prst="ellipse">
            <a:avLst/>
          </a:prstGeom>
          <a:solidFill>
            <a:srgbClr val="0891B2">
              <a:alpha val="16000"/>
            </a:srgbClr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560320"/>
            <a:ext cx="4572000" cy="4572000"/>
          </a:xfrm>
          <a:prstGeom prst="ellipse">
            <a:avLst/>
          </a:prstGeom>
          <a:solidFill>
            <a:srgbClr val="6366F1">
              <a:alpha val="14000"/>
            </a:srgbClr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000000"/>
                </a:solidFill>
              </a:rPr>
              <a:t>🩺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Predictor AI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Machine Learning Models  +  Claude Generative AI  +  Streamlit Web 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27248"/>
            <a:ext cx="53035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735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 |   [Course / Subject]   |   [Year]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0" y="379476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38587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15000" y="42611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0" y="379476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38587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42611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52360" y="379476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38587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52360" y="42611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21040" y="379476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38587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42611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Rows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Presentation Overview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" y="1179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 &amp; Motivation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563624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56362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636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98424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9842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842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8408" y="2020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404872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40487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048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78408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 Learning Works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825496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82549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254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8408" y="2862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24612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24612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2461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" y="32826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ML Models Explained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666744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66674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6667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8408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— The Problem &amp; Our Fix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408736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08736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0873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8408" y="4123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507992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50799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507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78408" y="4544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 — 5 Pages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114300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14300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1430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67528" y="1179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Integration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1563624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156362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15636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67528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00600" y="198424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0600" y="19842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19842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67528" y="2020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Project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00600" y="2404872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00600" y="240487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24048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67528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00600" y="2825496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00600" y="282549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28254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67528" y="2862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800600" y="324612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324612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32461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67528" y="32826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Glossary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00600" y="3666744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366674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36667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367528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800600" y="408736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00600" y="408736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0873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367528" y="4123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Project Idea &amp; Motivation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a Disease Predictor AI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658368"/>
          </a:xfrm>
          <a:prstGeom prst="roundRect">
            <a:avLst>
              <a:gd name="adj" fmla="val 12500"/>
            </a:avLst>
          </a:prstGeom>
          <a:solidFill>
            <a:srgbClr val="0E2A4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Core Idea: "A Smart Doctor's Assistant — type your symptoms, get a disease prediction + AI health report"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9019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077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Google symptoms and get scared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know when to see a doctor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7856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info is complex and confusing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0128" y="19019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01568" y="2514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47288" y="29077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symptoms from a simple dropdown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47288" y="33467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instantly predicts the most likely disease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47288" y="37856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explains it in plain English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08776" y="19019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0216" y="2514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45936" y="29077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ML by building a real project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45936" y="33467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7 different AI models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45936" y="37856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 accessible to everyone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Dataset Overview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Disease-Symptom dataset — the foundation of our AI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78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Diseases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078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0916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Symptoms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078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2677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The 4 CSV Data Files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2651760"/>
            <a:ext cx="8321040" cy="457200"/>
          </a:xfrm>
          <a:prstGeom prst="roundRect">
            <a:avLst>
              <a:gd name="adj" fmla="val 14000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883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688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dataset.csv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88950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table — Disease + up to 17 symptom columns per row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182112"/>
            <a:ext cx="8321040" cy="457200"/>
          </a:xfrm>
          <a:prstGeom prst="roundRect">
            <a:avLst>
              <a:gd name="adj" fmla="val 14000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186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2186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symptom_Description.csv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41985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description of each disease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712464"/>
            <a:ext cx="8321040" cy="457200"/>
          </a:xfrm>
          <a:prstGeom prst="roundRect">
            <a:avLst>
              <a:gd name="adj" fmla="val 14000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490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749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symptom_precaution.csv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95020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recommended precautions for each disease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242816"/>
            <a:ext cx="8321040" cy="457200"/>
          </a:xfrm>
          <a:prstGeom prst="roundRect">
            <a:avLst>
              <a:gd name="adj" fmla="val 14000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793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" y="42793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Symptom-severity.csv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48056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weight (1–7) for every symptom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row → Disease: "Fungal infection" | Symptom_1: itching | Symptom_2: skin_rash | Symptom_3: nodal_skin_eruptions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Project File Structure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file does and how they connect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my-project/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794760" y="1060704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Root folder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399032"/>
            <a:ext cx="781812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3560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🐍 train_models.py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0" y="1435608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"Teacher" — trains &amp; saves all 7 AI models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773936"/>
            <a:ext cx="781812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1051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🌐 app.py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0" y="1810512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"Website" — Streamlit web app users interact with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148840"/>
            <a:ext cx="781812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18541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📋 requirements.txt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0" y="2185416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List of Python libraries to install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2523744"/>
            <a:ext cx="781812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56032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data/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0" y="2560320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Folder containing all 4 CSV files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17320" y="2898648"/>
            <a:ext cx="731520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293522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dataset.csv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93522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Main disease-symptom 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17320" y="3273552"/>
            <a:ext cx="731520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331012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symptom_Description.csv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31012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Disease descriptions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17320" y="3648456"/>
            <a:ext cx="731520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68503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Symptom-severity.csv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6850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Severity weights per symptom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4023360"/>
            <a:ext cx="781812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05993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model/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0" y="4059936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Auto-created by train_models.py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417320" y="4398264"/>
            <a:ext cx="731520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443484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💾 trained_models.pkl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44348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7 trained models saved here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17320" y="4773168"/>
            <a:ext cx="731520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8760" y="48097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💾 model_results.csv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480974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Accuracy scores of each model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How Machine Learning Works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disease predictions — step by step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804672" cy="8046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05840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0352" y="1508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53312" y="10972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2267712"/>
            <a:ext cx="1280160" cy="1261872"/>
          </a:xfrm>
          <a:prstGeom prst="roundRect">
            <a:avLst>
              <a:gd name="adj" fmla="val 7246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322576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 file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4,920 rows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diseases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92224" y="1005840"/>
            <a:ext cx="804672" cy="8046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92224" y="1005840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92224" y="1508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15184" y="10972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72184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17904" y="2267712"/>
            <a:ext cx="1280160" cy="1261872"/>
          </a:xfrm>
          <a:prstGeom prst="roundRect">
            <a:avLst>
              <a:gd name="adj" fmla="val 7246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81912" y="2322576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spaces,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blanks,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names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54096" y="1005840"/>
            <a:ext cx="804672" cy="8046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54096" y="1005840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054096" y="1508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77056" y="10972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34056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79776" y="2267712"/>
            <a:ext cx="1280160" cy="1261872"/>
          </a:xfrm>
          <a:prstGeom prst="roundRect">
            <a:avLst>
              <a:gd name="adj" fmla="val 7246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43784" y="2322576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 and 0s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needs numbers)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15968" y="1005840"/>
            <a:ext cx="804672" cy="8046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1005840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15968" y="1508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38928" y="10972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995928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41648" y="2267712"/>
            <a:ext cx="1280160" cy="1261872"/>
          </a:xfrm>
          <a:prstGeom prst="roundRect">
            <a:avLst>
              <a:gd name="adj" fmla="val 7246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05656" y="2322576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train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(stratified)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1005840"/>
            <a:ext cx="804672" cy="8046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1005840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577840" y="1508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10972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57800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03520" y="2267712"/>
            <a:ext cx="1280160" cy="1261872"/>
          </a:xfrm>
          <a:prstGeom prst="roundRect">
            <a:avLst>
              <a:gd name="adj" fmla="val 7246"/>
            </a:avLst>
          </a:prstGeom>
          <a:solidFill>
            <a:srgbClr val="0D1F3C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367528" y="2322576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39712" y="1005840"/>
            <a:ext cx="804672" cy="8046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9712" y="1005840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39712" y="1508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62672" y="10972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519672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65392" y="2267712"/>
            <a:ext cx="1280160" cy="1261872"/>
          </a:xfrm>
          <a:prstGeom prst="roundRect">
            <a:avLst>
              <a:gd name="adj" fmla="val 7246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29400" y="2322576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unseen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measure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accuracy/F1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101584" y="1005840"/>
            <a:ext cx="804672" cy="8046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01584" y="1005840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8101584" y="1508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81544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27264" y="2267712"/>
            <a:ext cx="1280160" cy="1261872"/>
          </a:xfrm>
          <a:prstGeom prst="roundRect">
            <a:avLst>
              <a:gd name="adj" fmla="val 7246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891272" y="2322576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.pkl file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 to use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11480" y="3703320"/>
            <a:ext cx="8321040" cy="658368"/>
          </a:xfrm>
          <a:prstGeom prst="roundRect">
            <a:avLst>
              <a:gd name="adj" fmla="val 12500"/>
            </a:avLst>
          </a:prstGeom>
          <a:solidFill>
            <a:srgbClr val="0E2A4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7673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AI doesn't understand words — we convert every symptom into 1 (present) or 0 (absent) so it can do maths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Data Preprocessing — Making Data AI-Ready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CSV rows become a matrix of numbers the AI can learn from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Raw Data (Before)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399032" y="148132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Symptom_1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95144" y="148132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Symptom_2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191256" y="148132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Symptom_3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Fungal inf.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99032" y="186537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itching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95144" y="186537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skin_rash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91256" y="186537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nodal_eruption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24942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Fungal inf.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99032" y="224942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itching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95144" y="224942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skin_rash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91256" y="224942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nodal_eruption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63347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Fungal inf.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99032" y="263347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itching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95144" y="263347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skin_rash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91256" y="263347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nodal_eruption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1272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Problem: 10 IDENTICAL rows per disease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memorizes instead of learning!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7307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Also: AI cannot read text words — needs numbers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24688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0B981"/>
                </a:solidFill>
              </a:rPr>
              <a:t>→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315968" y="306324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Fix!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105156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1115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Encoded Data (After)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1481328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52160" y="1481328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itching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20840" y="1481328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skin_rash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589520" y="1481328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fever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458200" y="1481328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cough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83480" y="186537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Fungal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52160" y="186537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20840" y="186537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89520" y="186537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458200" y="186537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83480" y="224942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Fungal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52160" y="224942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720840" y="224942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89520" y="224942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458200" y="224942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83480" y="2633472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Fungal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52160" y="2633472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20840" y="2633472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589520" y="2633472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458200" y="2633472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83480" y="31272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variations added per row (drop_prob=0.15)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must learn patterns, not memorize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83480" y="37307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132 columns of 1s and 0s — one per symptom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The 7 ML Models — Each Thinks Differently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asking 7 specialist doctors the same question and letting them vote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607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93192" y="160934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mathematical line to separate diseases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works well for clear patterns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607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🌳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87752" y="160934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06040" y="1920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Yes/No questions — like 20 Questions game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604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visualise but can memorize easily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10607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🌲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82312" y="160934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1920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vote — majority wins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most accurate — wisdom of crowds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0607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⬆️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76872" y="160934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95160" y="1920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tree fixes the mistakes of the previous one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9516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accuracy, slow to train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29809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93192" y="35295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3840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extra attention on the cases it gets wrong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Struggled on this dataset (see results)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0D1F3C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14600" y="29809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587752" y="35295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06040" y="3840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look like these 7 patients, so you probably have..."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06040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accuracy here — 98.21%!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0D1F3C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29809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🎲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782312" y="35295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3840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probability: P(disease | symptoms)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fast, 98.05% accuracy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Overfitting — The Cheating Student Problem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challenge in machine learning — and how we solved 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789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Overfitting?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665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training data word-for-word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5694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99% on training — but fails on new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30723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student who memorizes answers without understanding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5753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dataset: 10 IDENTICAL rows per disease caused this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0789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16642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3 Fixes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0665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 → Data Augmentation: created 5 varied versions per row (drop 15% of symptoms randomly)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25694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 → Regularization: added limits to how complex each model can get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30723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 → Cross-Validation: tested model on 5 different data splits to catch cheating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10789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72200" y="16642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0665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Train Accuracy vs Test Accuracy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0" y="25694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&gt; 15% → 🔴 OVERFIT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0" y="30723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8–15% → 🟡 SLIGHT OVERFIT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0" y="35753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&lt; 8% → 🟢 GOOD (all 7 models achieved this!)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572000"/>
            <a:ext cx="8503920" cy="384048"/>
          </a:xfrm>
          <a:prstGeom prst="roundRect">
            <a:avLst>
              <a:gd name="adj" fmla="val 21429"/>
            </a:avLst>
          </a:prstGeom>
          <a:solidFill>
            <a:srgbClr val="0E2A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36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All 7 models achieved 🟢 GOOD status — train &amp; test accuracy within 5% of each other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Model Performance Results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accuracy numbers from our trained models (test set = 25% unseen data)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60120"/>
          <a:ext cx="54864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978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54112" y="960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897880" y="1298448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3533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0" y="13533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98.21%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89320" y="153619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GOOD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897880" y="1792224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847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184708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98.05%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89320" y="2029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GOOD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897880" y="2286000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3408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234086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97.56%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89320" y="2523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GOOD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779776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2834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2834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97.56%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89320" y="3017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GOOD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897880" y="3273552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89320" y="33284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0" y="33284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96.42%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89320" y="351129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GOOD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897880" y="3767328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89320" y="3822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772400" y="38221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38.86%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989320" y="40050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Poor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897880" y="4261104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89320" y="4315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772400" y="43159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20.49%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989320" y="44988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Poor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Why Did Some Models Score So Low?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results — not all models suit every dataset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— 38.86%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482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was designed for binary (2-class) problems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5511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 has 41 classes — too many for it to handle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30540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weak learner struggles to weight 41 categories fairly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557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learning_rate=0.5 and only 50 estimators, it gives up early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🌳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20.49%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0482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max_depth=8 is too shallow for 41 diseases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25511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132 symptoms, depth-8 cuts off too early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30540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diseases share similar symptoms — tree can't distinguish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3557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need depth 15–20 to work properly here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100584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7220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KNN Won — 98.21%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0482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Disease-symptom data is highly structured (binary 0/1)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0" y="25511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diseases cluster together in symptom-space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0" y="30540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nearest neighbours = robust voting with distance weighting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3557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features work perfectly with Euclidean distance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736592"/>
            <a:ext cx="8503920" cy="384048"/>
          </a:xfrm>
          <a:prstGeom prst="roundRect">
            <a:avLst>
              <a:gd name="adj" fmla="val 21429"/>
            </a:avLst>
          </a:prstGeom>
          <a:solidFill>
            <a:srgbClr val="0E2A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Lesson: No single model is best for all problems. Choosing the right model requires understanding your data.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The Web App — 5 Interactive Pages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— runs in any browser with streamlit run app.py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1704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607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Predict Disease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8988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2+ symptoms → 7 models vote → see top disease + confidence 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severity ratings (🔴 High 🟡 Medium 🟢 Low) for each symptom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975104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8653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Doctor Chat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Claude AI — ask any health question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quick-tap buttons for common questions (immunity, diet, stress, sleep)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615184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779776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6700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ML Model Comparison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9923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charts, radar chart and confusion matrix comparing all 7 models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button to ask Claude to explain the results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419856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358444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4747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Data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80390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exploration of the dataset: symptom frequency, disease counts,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histograms, disease×symptom heatmap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0D1F3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389120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2793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Model Deep Dive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6085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single model: see its confusion matrix, sample predictions,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vs wrong counts, and ask AI to explain it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Claude AI Integration — Generative AI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connect to Anthropic's Claude AI to add intelligent language features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0E2A4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98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is Anthropic's large language model (like ChatGPT). We use it to write health reports and power the chat doctor.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How We Call Claude (simplified):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029968"/>
            <a:ext cx="8503920" cy="1481328"/>
          </a:xfrm>
          <a:prstGeom prst="roundRect">
            <a:avLst>
              <a:gd name="adj" fmla="val 6173"/>
            </a:avLst>
          </a:prstGeom>
          <a:solidFill>
            <a:srgbClr val="040A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anthropic.Anthropic(api_key=api_key)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client.messages.stream(model="claude-opus-4-5", max_tokens=1024,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system="You are a friendly AI health assistant...",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user_question}]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stream: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stream.get_final_text()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675888"/>
            <a:ext cx="1965960" cy="1389888"/>
          </a:xfrm>
          <a:prstGeom prst="roundRect">
            <a:avLst>
              <a:gd name="adj" fmla="val 6579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7490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4805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prediction: Claude writes a full report — what the disease is, symptoms, precautions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96312" y="3675888"/>
            <a:ext cx="1965960" cy="1389888"/>
          </a:xfrm>
          <a:prstGeom prst="roundRect">
            <a:avLst>
              <a:gd name="adj" fmla="val 6579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96312" y="37490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87752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Chat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87752" y="44805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User chats freely. Claude acts as a knowledgeable but friendly health assistant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72584" y="3675888"/>
            <a:ext cx="1965960" cy="1389888"/>
          </a:xfrm>
          <a:prstGeom prst="roundRect">
            <a:avLst>
              <a:gd name="adj" fmla="val 6579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72584" y="37490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64024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Models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64024" y="44805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&amp; 5: Claude explains why one model beat another in plain English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48856" y="3675888"/>
            <a:ext cx="1965960" cy="1389888"/>
          </a:xfrm>
          <a:prstGeom prst="roundRect">
            <a:avLst>
              <a:gd name="adj" fmla="val 6579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48856" y="37490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40296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Needed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0296" y="44805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their own key from console.anthropic.com — never stored by the app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Code Walkthrough — Key Lines Explained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most important parts of train_models.py and app.py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train_models.py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16736"/>
            <a:ext cx="8503920" cy="1664208"/>
          </a:xfrm>
          <a:prstGeom prst="roundRect">
            <a:avLst>
              <a:gd name="adj" fmla="val 5495"/>
            </a:avLst>
          </a:prstGeom>
          <a:solidFill>
            <a:srgbClr val="040A1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pd.read_csv('data/dataset.csv')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49240" y="138988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Load the CSV spreadsheet into 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all_symptoms = sorted(all_symptoms)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49240" y="16459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Build alphabetical list of all 132 symptoms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 = {s: (1 if s in syms else 0) ...}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49240" y="190195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Convert symptoms to 1s and 0s per row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 = train_test_split(..., test_size=0.25)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49240" y="215798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75% train / 25% test split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41401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49240" y="241401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single line TRAINS the entire model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6700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pickle.dump(trained, f)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9240" y="26700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Save trained model to disk (like saving a game)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app.py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419856"/>
            <a:ext cx="8503920" cy="1664208"/>
          </a:xfrm>
          <a:prstGeom prst="roundRect">
            <a:avLst>
              <a:gd name="adj" fmla="val 5495"/>
            </a:avLst>
          </a:prstGeom>
          <a:solidFill>
            <a:srgbClr val="040A1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930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@st.cache_resource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9240" y="34930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Load models once, keep in memory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st.multiselect('Symptoms', ...)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49240" y="37490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Dropdown symptom picker widget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00507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 model.predict(input_df)[0]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9240" y="40050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line to get the disease prediction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26110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= model.predict_proba(...)[0]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426110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confidence % for every disease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51713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votes[pred] = votes.get(pred, 0) + 1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49240" y="451713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 how many models agree on same answer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client.messages.stream(...)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9240" y="47731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Call Claude AI and stream the response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How to Run the Project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 from download to running web app — beginner friendly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6128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060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Create your folder structure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08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all .py files here. Put CSV files inside the data/ folder.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040A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15568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my-project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my-project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data model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792224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47672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Install all required libraries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installs: streamlit, pandas, numpy, scikit-learn, plotly, anthropic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865376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040A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90195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578608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34056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633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Train all 7 AI models  (do this ONCE)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980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~2 min. Creates the model/ folder with 5 .pkl files. Only needed once.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651760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040A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8833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train_models.py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364992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2044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419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Launch the web app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opens automatically at http://localhost:8501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438144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040A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74720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151376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0D1F3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306824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Add your Claude API key (for AI features)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 never stored — only used for that session.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4224528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040A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261104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key free at: console.anthropic.com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 it in the sidebar of the app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Technologies Used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library and why it was chosen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618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9019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215798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for ML; huge library support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96312" y="1024128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87752" y="1618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7752" y="19019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87752" y="215798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all 7 algorithms with unified API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72584" y="1024128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72584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64024" y="1618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64024" y="19019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framework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4024" y="215798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Python scripts into web apps with minimal code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48856" y="1024128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48856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40296" y="1618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0296" y="19019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0296" y="215798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Beautiful, zoomable charts with hover tooltips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807208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0D1F3C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2880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🐼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11480" y="3401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685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manipulation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94106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CSVs, filter rows, groupby — spreadsheet in Python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96312" y="2807208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96312" y="2880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587752" y="3401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87752" y="3685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87752" y="394106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array maths used by every ML library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72584" y="2807208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0D1F3C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72584" y="2880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764024" y="3401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64024" y="3685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chat and reports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64024" y="394106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Python library to call Claude API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48856" y="2807208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48856" y="2880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940296" y="3401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0296" y="3685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load trained models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40296" y="394106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built-in — serialize any object to a file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Challenges Faced &amp; How We Solved Them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encountered during development and the fixes applied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52144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9264" y="1042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Identical Training Rows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9264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Every disease had exactly 10 identical rows → AI memorized them → 100% training, ~50% test accuracy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1060704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0714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155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Added augment_data() function: creates 5 random variations per row by dropping 15% of symptoms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792224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5681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9264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Text Data Can't Go Into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AI models only understand numbers. Symptom names like 'itching' are text strings → crash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1865376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0714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9202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Built binary encoding: one column per symptom, 1 if present, 0 if absent → 132-column matrix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596896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0D1F3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61488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9264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AdaBoost &amp; Decision Tree Failed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9264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Two models scored &lt;40% even after tuning — far worse than others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670048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0714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72491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Kept them in to show the comparison. Added 'Status' column so users can see which to trust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401568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6616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264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Secure API Key Handling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264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Claude AI requires an API key — can't hardcode it (security risk)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3474720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0714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5295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Used Streamlit password input: user pastes key each session. Never stored or logged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206240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370832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9264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Cross-Validation Speed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9264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Running 5-fold cross-validation on 7 models with 4920 rows took a long time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4279392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07142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33425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Only run CV once during training (train_models.py). Results saved to CSV for instant display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Key Concepts Glossary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definitions for every technical term used in this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" y="10607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8056" y="1316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computer to find patterns in data without being explicitly programmed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37176" y="10607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37176" y="1316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has studied data and can make predictions on new, unseen inputs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70078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7556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model thousands of examples so it can learn the underlying patterns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70078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17556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37176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correct predictions: (correct guesses) ÷ (total guesses) × 100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39572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2450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" y="2706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predicts Disease X, how often it's actually Disease X (avoid false alarms)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39572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7176" y="2450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37176" y="2706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Disease X cases in the data, how many did the model catch?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31455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harmonic mean of Precision and Recall — best single metric to judge a model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09067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7176" y="31455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37176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memorized training data; works great on old data but fails on new examples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78561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" y="3840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" y="4096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5 different data splits to check the model generalises reliably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78561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3840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(.pkl)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37176" y="4096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way to save any object (like a trained model) to a file on disk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" y="45354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" y="4791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that creates web app UIs with very little code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448056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45354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37176" y="4791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password that proves you have permission to use a paid AI service (Claude)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Improvements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could be extended and made production-ready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Diagnosis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975104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skin disease prediction from photos using a Convolutional Neural Network (CNN)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0D1F3C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🗣️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975104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describe symptoms by speaking — use speech-to-text to extract symptom names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Referral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0488" y="1975104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confidence &lt; 70%, suggest the nearest hospital or specialist automatically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0358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11480" y="3602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913632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app into 10+ languages to serve non-English speaking populations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944368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0D1F3C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358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91840" y="3602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913632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Streamlit app to a native Android/iOS app using React Native or Flutter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2944368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30358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72200" y="3602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Dataset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3913632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hospital EHR data with 500+ diseases and lab test results for higher accuracy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943600" cy="5943600"/>
          </a:xfrm>
          <a:prstGeom prst="ellipse">
            <a:avLst/>
          </a:prstGeom>
          <a:solidFill>
            <a:srgbClr val="6366F1">
              <a:alpha val="14000"/>
            </a:srgbClr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891B2">
              <a:alpha val="13000"/>
            </a:srgbClr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2743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🩺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a complete ML pipeline from CSV to web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Trained &amp; compared 7 different ML algorithms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Solved overfitting with data augmentation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Achieved 98.21% accuracy (K-Nearest Neighbors)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Integrated Claude Gen AI for chat + health reports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5-page interactive Streamlit web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55448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394960" y="23591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Predictor AI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2788920"/>
            <a:ext cx="26517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94960" y="3493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|  [Subject]  |  [Year]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34340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0A14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256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Disclaimer: This is an educational project. It is not a substitute for real medical diagnosis or professional medical advice.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 Predictor AI</dc:title>
  <dc:subject>PptxGenJS Presentation</dc:subject>
  <dc:creator>PptxGenJS</dc:creator>
  <cp:lastModifiedBy>PptxGenJS</cp:lastModifiedBy>
  <cp:revision>1</cp:revision>
  <dcterms:created xsi:type="dcterms:W3CDTF">2026-06-29T05:39:30Z</dcterms:created>
  <dcterms:modified xsi:type="dcterms:W3CDTF">2026-06-29T05:39:30Z</dcterms:modified>
</cp:coreProperties>
</file>